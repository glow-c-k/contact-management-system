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11"/>
  </p:notesMasterIdLst>
  <p:sldIdLst>
    <p:sldId id="272" r:id="rId2"/>
    <p:sldId id="257" r:id="rId3"/>
    <p:sldId id="273" r:id="rId4"/>
    <p:sldId id="274" r:id="rId5"/>
    <p:sldId id="275" r:id="rId6"/>
    <p:sldId id="264" r:id="rId7"/>
    <p:sldId id="262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loria cherono" initials="gc" lastIdx="1" clrIdx="0">
    <p:extLst>
      <p:ext uri="{19B8F6BF-5375-455C-9EA6-DF929625EA0E}">
        <p15:presenceInfo xmlns:p15="http://schemas.microsoft.com/office/powerpoint/2012/main" userId="9cca17b74c1ccf4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4A3C8-BB12-4969-ADC7-024770597953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EEBE6-6697-4A37-8230-FA1D78755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90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30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83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3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0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3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3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8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2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5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8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19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3529E-AC4A-4108-B569-F55ED2F3F92F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E1A28-BACA-4AEC-BEA2-2F1F38FE9B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7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086670-B699-D889-749A-053BA5649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CONTACT MANAGEMENT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89F0A5E-7B9F-B1CF-7CC2-969DEC5F6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7478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PRESENTED BY: Koros Gloria Cherono</a:t>
            </a:r>
            <a:br>
              <a:rPr lang="en-US" dirty="0"/>
            </a:br>
            <a:r>
              <a:rPr lang="en-US" dirty="0"/>
              <a:t>REGISTRATION: 1064367</a:t>
            </a:r>
            <a:br>
              <a:rPr lang="en-US" dirty="0"/>
            </a:br>
            <a:r>
              <a:rPr lang="en-US" dirty="0"/>
              <a:t>EMAIL: 1064367@cuea.edu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Course Project Presentation</a:t>
            </a:r>
            <a:br>
              <a:rPr lang="en-US" dirty="0"/>
            </a:br>
            <a:r>
              <a:rPr lang="en-US" dirty="0"/>
              <a:t>[19/11/2025]</a:t>
            </a:r>
          </a:p>
        </p:txBody>
      </p:sp>
    </p:spTree>
    <p:extLst>
      <p:ext uri="{BB962C8B-B14F-4D97-AF65-F5344CB8AC3E}">
        <p14:creationId xmlns:p14="http://schemas.microsoft.com/office/powerpoint/2010/main" val="408137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D1231-D8E0-D034-34F2-3C8EF2C36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2394"/>
            <a:ext cx="10515600" cy="560426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WHAT IS THE CONTACT MANAGEMENT SYSTEM?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D8876-1616-128E-778C-5D84BA212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4677"/>
            <a:ext cx="10515600" cy="56122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Java-based console application that allows users to:</a:t>
            </a:r>
          </a:p>
          <a:p>
            <a:r>
              <a:rPr lang="en-US" dirty="0"/>
              <a:t>Store and manage contact information</a:t>
            </a:r>
          </a:p>
          <a:p>
            <a:r>
              <a:rPr lang="en-US" dirty="0"/>
              <a:t>Perform CRUD operations (Create, Read, Update, Delete)</a:t>
            </a:r>
          </a:p>
          <a:p>
            <a:r>
              <a:rPr lang="en-US" dirty="0"/>
              <a:t>Search and filter contacts</a:t>
            </a:r>
          </a:p>
          <a:p>
            <a:r>
              <a:rPr lang="en-US" dirty="0"/>
              <a:t>Persist data to file storage</a:t>
            </a:r>
          </a:p>
          <a:p>
            <a:pPr marL="0" indent="0">
              <a:buNone/>
            </a:pPr>
            <a:r>
              <a:rPr lang="en-US" b="1" u="sng" dirty="0"/>
              <a:t>Key Features</a:t>
            </a:r>
          </a:p>
          <a:p>
            <a:pPr marL="0" indent="0">
              <a:buNone/>
            </a:pPr>
            <a:r>
              <a:rPr lang="en-US" dirty="0"/>
              <a:t>✅ Add new contacts</a:t>
            </a:r>
          </a:p>
          <a:p>
            <a:pPr marL="0" indent="0">
              <a:buNone/>
            </a:pPr>
            <a:r>
              <a:rPr lang="en-US" dirty="0"/>
              <a:t>✅ Update existing contacts</a:t>
            </a:r>
          </a:p>
          <a:p>
            <a:pPr marL="0" indent="0">
              <a:buNone/>
            </a:pPr>
            <a:r>
              <a:rPr lang="en-US" dirty="0"/>
              <a:t>✅ Delete contacts</a:t>
            </a:r>
          </a:p>
          <a:p>
            <a:pPr marL="0" indent="0">
              <a:buNone/>
            </a:pPr>
            <a:r>
              <a:rPr lang="en-US" dirty="0"/>
              <a:t>✅ Search by name</a:t>
            </a:r>
          </a:p>
          <a:p>
            <a:pPr marL="0" indent="0">
              <a:buNone/>
            </a:pPr>
            <a:r>
              <a:rPr lang="en-US" dirty="0"/>
              <a:t>✅ List all contacts</a:t>
            </a:r>
          </a:p>
          <a:p>
            <a:pPr marL="0" indent="0">
              <a:buNone/>
            </a:pPr>
            <a:r>
              <a:rPr lang="en-US" dirty="0"/>
              <a:t>✅ Save/load from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55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6545-C546-D4AD-D42E-0FD1912A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/>
              <a:t>KEY FEATURES IMPLEMENTED</a:t>
            </a:r>
            <a:br>
              <a:rPr lang="en-US" b="1" u="sng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D35EF-7663-FD87-CC12-3A533CF95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660"/>
            <a:ext cx="10515600" cy="55991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dirty="0"/>
              <a:t>✓ Complete CRUD Operations</a:t>
            </a:r>
          </a:p>
          <a:p>
            <a:pPr marL="0" indent="0">
              <a:buNone/>
            </a:pPr>
            <a:r>
              <a:rPr lang="en-US" dirty="0"/>
              <a:t>✓ Search &amp; Filter Capabilities  </a:t>
            </a:r>
          </a:p>
          <a:p>
            <a:pPr marL="0" indent="0">
              <a:buNone/>
            </a:pPr>
            <a:r>
              <a:rPr lang="en-US" dirty="0"/>
              <a:t>✓ Data Persistence</a:t>
            </a:r>
          </a:p>
          <a:p>
            <a:pPr marL="0" indent="0">
              <a:buNone/>
            </a:pPr>
            <a:r>
              <a:rPr lang="en-US" dirty="0"/>
              <a:t>✓ Input Validation</a:t>
            </a:r>
          </a:p>
          <a:p>
            <a:pPr marL="0" indent="0">
              <a:buNone/>
            </a:pPr>
            <a:r>
              <a:rPr lang="en-US" dirty="0"/>
              <a:t>✓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2282046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DC21-4056-91D7-5121-FEEEE7B54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11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r>
              <a:rPr lang="en-US" b="1" u="sng" dirty="0"/>
              <a:t>PROBLEM STATEMENT &amp; SOLUTION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7F7D8-E08F-0821-36F8-0FF3CEAA3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822"/>
            <a:ext cx="10515600" cy="53001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CHALLENGES IN CONTACT MANAGEMENT</a:t>
            </a:r>
          </a:p>
          <a:p>
            <a:pPr marL="0" indent="0">
              <a:buNone/>
            </a:pPr>
            <a:r>
              <a:rPr lang="en-US" dirty="0"/>
              <a:t>• Disorganized contact storage across multiple platforms</a:t>
            </a:r>
          </a:p>
          <a:p>
            <a:pPr marL="0" indent="0">
              <a:buNone/>
            </a:pPr>
            <a:r>
              <a:rPr lang="en-US" dirty="0"/>
              <a:t>• Difficulty in quickly finding specific contacts</a:t>
            </a:r>
          </a:p>
          <a:p>
            <a:pPr marL="0" indent="0">
              <a:buNone/>
            </a:pPr>
            <a:r>
              <a:rPr lang="en-US" dirty="0"/>
              <a:t>• No centralized system for contact management</a:t>
            </a:r>
          </a:p>
          <a:p>
            <a:pPr marL="0" indent="0">
              <a:buNone/>
            </a:pPr>
            <a:r>
              <a:rPr lang="en-US" dirty="0"/>
              <a:t>• Lack of efficient search and update mechanisms</a:t>
            </a:r>
          </a:p>
          <a:p>
            <a:endParaRPr lang="en-US" u="sng" dirty="0"/>
          </a:p>
          <a:p>
            <a:pPr marL="0" indent="0">
              <a:buNone/>
            </a:pPr>
            <a:r>
              <a:rPr lang="en-US" b="1" u="sng" dirty="0"/>
              <a:t>OUR SOLUTIONS</a:t>
            </a:r>
          </a:p>
          <a:p>
            <a:pPr marL="0" indent="0">
              <a:buNone/>
            </a:pPr>
            <a:r>
              <a:rPr lang="en-US" dirty="0"/>
              <a:t>• Unified contact management platform</a:t>
            </a:r>
          </a:p>
          <a:p>
            <a:pPr marL="0" indent="0">
              <a:buNone/>
            </a:pPr>
            <a:r>
              <a:rPr lang="en-US" dirty="0"/>
              <a:t>• Fast search and retrieval capabilities</a:t>
            </a:r>
          </a:p>
          <a:p>
            <a:pPr marL="0" indent="0">
              <a:buNone/>
            </a:pPr>
            <a:r>
              <a:rPr lang="en-US" dirty="0"/>
              <a:t>• Persistent data storage</a:t>
            </a:r>
          </a:p>
          <a:p>
            <a:pPr marL="0" indent="0">
              <a:buNone/>
            </a:pPr>
            <a:r>
              <a:rPr lang="en-US" dirty="0"/>
              <a:t>• User-friendly console interface</a:t>
            </a:r>
          </a:p>
          <a:p>
            <a:pPr marL="0" indent="0">
              <a:buNone/>
            </a:pPr>
            <a:r>
              <a:rPr lang="en-US" dirty="0"/>
              <a:t>• Extensible architecture for 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2628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A04E65-4442-8953-4580-78FF35DB5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190"/>
            <a:ext cx="7460166" cy="52076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112216-E696-54A7-5554-70775B422441}"/>
              </a:ext>
            </a:extLst>
          </p:cNvPr>
          <p:cNvSpPr txBox="1"/>
          <p:nvPr/>
        </p:nvSpPr>
        <p:spPr>
          <a:xfrm>
            <a:off x="7460166" y="1166842"/>
            <a:ext cx="50668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UML COMPONENTS</a:t>
            </a:r>
          </a:p>
          <a:p>
            <a:endParaRPr lang="en-US" dirty="0"/>
          </a:p>
          <a:p>
            <a:r>
              <a:rPr lang="en-US" b="1" i="1" u="sng" dirty="0"/>
              <a:t>ENTITY LAYER</a:t>
            </a:r>
          </a:p>
          <a:p>
            <a:r>
              <a:rPr lang="en-US" dirty="0"/>
              <a:t>• Contact Class: Core data model with attributes</a:t>
            </a:r>
          </a:p>
          <a:p>
            <a:endParaRPr lang="en-US" dirty="0"/>
          </a:p>
          <a:p>
            <a:r>
              <a:rPr lang="en-US" b="1" i="1" u="sng" dirty="0"/>
              <a:t>CONTROL LAYER</a:t>
            </a:r>
          </a:p>
          <a:p>
            <a:r>
              <a:rPr lang="en-US" dirty="0"/>
              <a:t>• </a:t>
            </a:r>
            <a:r>
              <a:rPr lang="en-US" dirty="0" err="1"/>
              <a:t>ContactManager</a:t>
            </a:r>
            <a:r>
              <a:rPr lang="en-US" dirty="0"/>
              <a:t>: Business logic operations</a:t>
            </a:r>
          </a:p>
          <a:p>
            <a:r>
              <a:rPr lang="en-US" dirty="0"/>
              <a:t>• </a:t>
            </a:r>
            <a:r>
              <a:rPr lang="en-US" dirty="0" err="1"/>
              <a:t>FileHandler</a:t>
            </a:r>
            <a:r>
              <a:rPr lang="en-US" dirty="0"/>
              <a:t>: Data persistence operations</a:t>
            </a:r>
          </a:p>
          <a:p>
            <a:endParaRPr lang="en-US" dirty="0"/>
          </a:p>
          <a:p>
            <a:r>
              <a:rPr lang="en-US" b="1" i="1" u="sng" dirty="0"/>
              <a:t>BOUNDARY LAYER</a:t>
            </a:r>
          </a:p>
          <a:p>
            <a:r>
              <a:rPr lang="en-US" dirty="0"/>
              <a:t>• </a:t>
            </a:r>
            <a:r>
              <a:rPr lang="en-US" dirty="0" err="1"/>
              <a:t>MainApp</a:t>
            </a:r>
            <a:r>
              <a:rPr lang="en-US" dirty="0"/>
              <a:t>: User interface and application flow</a:t>
            </a:r>
          </a:p>
          <a:p>
            <a:endParaRPr lang="en-US" dirty="0"/>
          </a:p>
          <a:p>
            <a:r>
              <a:rPr lang="en-US" b="1" i="1" u="sng" dirty="0"/>
              <a:t>RELATIONSHIPS</a:t>
            </a:r>
          </a:p>
          <a:p>
            <a:r>
              <a:rPr lang="en-US" dirty="0"/>
              <a:t>• </a:t>
            </a:r>
            <a:r>
              <a:rPr lang="en-US" dirty="0" err="1"/>
              <a:t>ContactManager</a:t>
            </a:r>
            <a:r>
              <a:rPr lang="en-US" dirty="0"/>
              <a:t> aggregates Contact objects</a:t>
            </a:r>
          </a:p>
          <a:p>
            <a:r>
              <a:rPr lang="en-US" dirty="0"/>
              <a:t>• </a:t>
            </a:r>
            <a:r>
              <a:rPr lang="en-US" dirty="0" err="1"/>
              <a:t>FileHandler</a:t>
            </a:r>
            <a:r>
              <a:rPr lang="en-US" dirty="0"/>
              <a:t> depends on Contact objects</a:t>
            </a:r>
          </a:p>
          <a:p>
            <a:r>
              <a:rPr lang="en-US" dirty="0"/>
              <a:t>• </a:t>
            </a:r>
            <a:r>
              <a:rPr lang="en-US" dirty="0" err="1"/>
              <a:t>MainApp</a:t>
            </a:r>
            <a:r>
              <a:rPr lang="en-US" dirty="0"/>
              <a:t> depends on both Controller classes</a:t>
            </a:r>
          </a:p>
        </p:txBody>
      </p:sp>
    </p:spTree>
    <p:extLst>
      <p:ext uri="{BB962C8B-B14F-4D97-AF65-F5344CB8AC3E}">
        <p14:creationId xmlns:p14="http://schemas.microsoft.com/office/powerpoint/2010/main" val="1404980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19AEB-AB08-5505-B058-B3DABC3E8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5429"/>
            <a:ext cx="10515600" cy="471216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USER INTERFACE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8F66D-E68A-8819-8374-EE4CD5FED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712" y="680224"/>
            <a:ext cx="10785088" cy="617777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b="1" u="sng" dirty="0"/>
              <a:t>MENU SYSTEM DESIGN</a:t>
            </a:r>
          </a:p>
          <a:p>
            <a:pPr marL="0" indent="0">
              <a:buNone/>
            </a:pPr>
            <a:r>
              <a:rPr lang="en-US" dirty="0"/>
              <a:t>=== Contact Management System ===</a:t>
            </a:r>
          </a:p>
          <a:p>
            <a:pPr marL="0" indent="0">
              <a:buNone/>
            </a:pPr>
            <a:r>
              <a:rPr lang="en-US" dirty="0"/>
              <a:t>1. Add Contact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2. Delete Contact</a:t>
            </a:r>
          </a:p>
          <a:p>
            <a:pPr marL="0" indent="0">
              <a:buNone/>
            </a:pPr>
            <a:r>
              <a:rPr lang="en-US" dirty="0"/>
              <a:t>3. Update Contact</a:t>
            </a:r>
          </a:p>
          <a:p>
            <a:pPr marL="0" indent="0">
              <a:buNone/>
            </a:pPr>
            <a:r>
              <a:rPr lang="en-US" dirty="0"/>
              <a:t>4. Search Contacts</a:t>
            </a:r>
          </a:p>
          <a:p>
            <a:pPr marL="0" indent="0">
              <a:buNone/>
            </a:pPr>
            <a:r>
              <a:rPr lang="en-US" dirty="0"/>
              <a:t>5. List All Contacts</a:t>
            </a:r>
          </a:p>
          <a:p>
            <a:pPr marL="0" indent="0">
              <a:buNone/>
            </a:pPr>
            <a:r>
              <a:rPr lang="en-US" dirty="0"/>
              <a:t>6. Save Contacts</a:t>
            </a:r>
          </a:p>
          <a:p>
            <a:pPr marL="0" indent="0">
              <a:buNone/>
            </a:pPr>
            <a:r>
              <a:rPr lang="en-US" dirty="0"/>
              <a:t>7. Load Contacts</a:t>
            </a:r>
          </a:p>
          <a:p>
            <a:pPr marL="0" indent="0">
              <a:buNone/>
            </a:pPr>
            <a:r>
              <a:rPr lang="en-US" dirty="0"/>
              <a:t>8. Exit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Enter your choice: 1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Enter contact ID: 4</a:t>
            </a:r>
          </a:p>
          <a:p>
            <a:pPr marL="0" indent="0">
              <a:buNone/>
            </a:pPr>
            <a:r>
              <a:rPr lang="en-US" dirty="0"/>
              <a:t>Enter name: Alice Brown</a:t>
            </a:r>
          </a:p>
          <a:p>
            <a:pPr marL="0" indent="0">
              <a:buNone/>
            </a:pPr>
            <a:r>
              <a:rPr lang="en-US" dirty="0"/>
              <a:t>Enter phone number: 555-3456</a:t>
            </a:r>
          </a:p>
          <a:p>
            <a:pPr marL="0" indent="0">
              <a:buNone/>
            </a:pPr>
            <a:r>
              <a:rPr lang="en-US" dirty="0"/>
              <a:t>Enter email: alice@email.com</a:t>
            </a:r>
          </a:p>
          <a:p>
            <a:pPr marL="0" indent="0">
              <a:buNone/>
            </a:pPr>
            <a:r>
              <a:rPr lang="en-US" dirty="0"/>
              <a:t>Enter address: 321 Elm Street</a:t>
            </a:r>
          </a:p>
          <a:p>
            <a:pPr marL="0" indent="0">
              <a:buNone/>
            </a:pPr>
            <a:r>
              <a:rPr lang="en-US" dirty="0"/>
              <a:t>Contact added successfully!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82E43B-07C3-7BD7-8D86-044BE93F4C23}"/>
              </a:ext>
            </a:extLst>
          </p:cNvPr>
          <p:cNvSpPr/>
          <p:nvPr/>
        </p:nvSpPr>
        <p:spPr>
          <a:xfrm>
            <a:off x="6096000" y="1729648"/>
            <a:ext cx="4325957" cy="403217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latinLnBrk="1"/>
            <a:r>
              <a:rPr lang="en-US" b="1" u="sng" dirty="0">
                <a:solidFill>
                  <a:schemeClr val="tx1"/>
                </a:solidFill>
              </a:rPr>
              <a:t>UI FEATURES</a:t>
            </a:r>
          </a:p>
          <a:p>
            <a:pPr latinLnBrk="1"/>
            <a:r>
              <a:rPr lang="en-US" dirty="0">
                <a:solidFill>
                  <a:schemeClr val="tx1"/>
                </a:solidFill>
              </a:rPr>
              <a:t>• Consistent prompt format</a:t>
            </a:r>
          </a:p>
          <a:p>
            <a:pPr latinLnBrk="1"/>
            <a:r>
              <a:rPr lang="en-US" dirty="0">
                <a:solidFill>
                  <a:schemeClr val="tx1"/>
                </a:solidFill>
              </a:rPr>
              <a:t>• Input validation</a:t>
            </a:r>
          </a:p>
          <a:p>
            <a:pPr latinLnBrk="1"/>
            <a:r>
              <a:rPr lang="en-US" dirty="0">
                <a:solidFill>
                  <a:schemeClr val="tx1"/>
                </a:solidFill>
              </a:rPr>
              <a:t>• Clear success/error messages</a:t>
            </a:r>
          </a:p>
          <a:p>
            <a:pPr latinLnBrk="1"/>
            <a:r>
              <a:rPr lang="en-US" dirty="0">
                <a:solidFill>
                  <a:schemeClr val="tx1"/>
                </a:solidFill>
              </a:rPr>
              <a:t>• User-friendly navigation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549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A371-2CDE-0392-2C13-D69B5851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u="sng" dirty="0"/>
              <a:t>DATA FLOW DIAGRAM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780BC-9496-587C-0F3D-CE921C80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661012"/>
            <a:ext cx="11353801" cy="6544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DATA FLOW - ADD CONTACT SEQUENCE</a:t>
            </a:r>
          </a:p>
          <a:p>
            <a:pPr marL="0" indent="0">
              <a:buNone/>
            </a:pPr>
            <a:r>
              <a:rPr lang="en-US" b="1" u="sng" dirty="0"/>
              <a:t>ADD CONTACT SEQUENCE</a:t>
            </a:r>
          </a:p>
          <a:p>
            <a:pPr marL="0" indent="0">
              <a:buNone/>
            </a:pPr>
            <a:r>
              <a:rPr lang="en-US" dirty="0"/>
              <a:t>1. User selects "Add Contact" from menu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MainApp</a:t>
            </a:r>
            <a:r>
              <a:rPr lang="en-US" dirty="0"/>
              <a:t> captures user input (</a:t>
            </a:r>
            <a:r>
              <a:rPr lang="en-US" dirty="0" err="1"/>
              <a:t>showMenu</a:t>
            </a:r>
            <a:r>
              <a:rPr lang="en-US" dirty="0"/>
              <a:t> → </a:t>
            </a:r>
            <a:r>
              <a:rPr lang="en-US" dirty="0" err="1"/>
              <a:t>handleUserInput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MainApp</a:t>
            </a:r>
            <a:r>
              <a:rPr lang="en-US" dirty="0"/>
              <a:t> calls </a:t>
            </a:r>
            <a:r>
              <a:rPr lang="en-US" dirty="0" err="1"/>
              <a:t>ContactManager.addContact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ContactManager</a:t>
            </a:r>
            <a:r>
              <a:rPr lang="en-US" dirty="0"/>
              <a:t> validates and stores Contact object</a:t>
            </a:r>
          </a:p>
          <a:p>
            <a:pPr marL="0" indent="0">
              <a:buNone/>
            </a:pPr>
            <a:r>
              <a:rPr lang="en-US" dirty="0"/>
              <a:t>5. User chooses to save data</a:t>
            </a:r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dirty="0" err="1"/>
              <a:t>MainApp</a:t>
            </a:r>
            <a:r>
              <a:rPr lang="en-US" dirty="0"/>
              <a:t> calls </a:t>
            </a:r>
            <a:r>
              <a:rPr lang="en-US" dirty="0" err="1"/>
              <a:t>FileHandler.saveContacts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7. </a:t>
            </a:r>
            <a:r>
              <a:rPr lang="en-US" dirty="0" err="1"/>
              <a:t>FileHandler</a:t>
            </a:r>
            <a:r>
              <a:rPr lang="en-US" dirty="0"/>
              <a:t> writes data to contacts.txt file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SEARCH OPERATION FLOW</a:t>
            </a:r>
          </a:p>
          <a:p>
            <a:pPr marL="0" indent="0">
              <a:buNone/>
            </a:pPr>
            <a:r>
              <a:rPr lang="en-US" dirty="0"/>
              <a:t>User Input → </a:t>
            </a:r>
            <a:r>
              <a:rPr lang="en-US" dirty="0" err="1"/>
              <a:t>MainApp</a:t>
            </a:r>
            <a:r>
              <a:rPr lang="en-US" dirty="0"/>
              <a:t> → </a:t>
            </a:r>
            <a:r>
              <a:rPr lang="en-US" dirty="0" err="1"/>
              <a:t>ContactManager.searchContact</a:t>
            </a:r>
            <a:r>
              <a:rPr lang="en-US" dirty="0"/>
              <a:t>() </a:t>
            </a:r>
          </a:p>
          <a:p>
            <a:pPr marL="0" indent="0">
              <a:buNone/>
            </a:pPr>
            <a:r>
              <a:rPr lang="en-US" dirty="0"/>
              <a:t>→ Filter Logic → Results → </a:t>
            </a:r>
            <a:r>
              <a:rPr lang="en-US" dirty="0" err="1"/>
              <a:t>MainApp.displayResults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6341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6854-8348-FD1D-7BDE-8FEAA013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485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PROJECT SUMMARY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8D07B-7494-E1DD-FDD6-4814183F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878"/>
            <a:ext cx="10515600" cy="50060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Complete contact management solution</a:t>
            </a:r>
          </a:p>
          <a:p>
            <a:pPr marL="0" indent="0">
              <a:buNone/>
            </a:pPr>
            <a:r>
              <a:rPr lang="en-US" dirty="0"/>
              <a:t>• Well-structured Java application</a:t>
            </a:r>
          </a:p>
          <a:p>
            <a:pPr marL="0" indent="0">
              <a:buNone/>
            </a:pPr>
            <a:r>
              <a:rPr lang="en-US" dirty="0"/>
              <a:t>• Easy to understand and extend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TECHNICAL ACHIEVEMENTS:</a:t>
            </a:r>
          </a:p>
          <a:p>
            <a:pPr marL="0" indent="0">
              <a:buNone/>
            </a:pPr>
            <a:r>
              <a:rPr lang="en-US" dirty="0"/>
              <a:t>✅ Clean architecture</a:t>
            </a:r>
          </a:p>
          <a:p>
            <a:pPr marL="0" indent="0">
              <a:buNone/>
            </a:pPr>
            <a:r>
              <a:rPr lang="en-US" dirty="0"/>
              <a:t>✅ Full CRUD operations</a:t>
            </a:r>
          </a:p>
          <a:p>
            <a:pPr marL="0" indent="0">
              <a:buNone/>
            </a:pPr>
            <a:r>
              <a:rPr lang="en-US" dirty="0"/>
              <a:t>✅ Data persistence</a:t>
            </a:r>
          </a:p>
          <a:p>
            <a:pPr marL="0" indent="0">
              <a:buNone/>
            </a:pPr>
            <a:r>
              <a:rPr lang="en-US" dirty="0"/>
              <a:t>✅ User-friendly interface</a:t>
            </a:r>
          </a:p>
          <a:p>
            <a:pPr marL="0" indent="0">
              <a:buNone/>
            </a:pPr>
            <a:r>
              <a:rPr lang="en-US" dirty="0"/>
              <a:t>✅ Modular design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425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9892EA-99EC-6382-D00D-461858A23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THANK YOU!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18F31F-1599-4696-3600-70BC27992E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@2025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85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160</TotalTime>
  <Words>484</Words>
  <Application>Microsoft Office PowerPoint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CONTACT MANAGEMENT SYSTEM</vt:lpstr>
      <vt:lpstr>WHAT IS THE CONTACT MANAGEMENT SYSTEM? </vt:lpstr>
      <vt:lpstr>KEY FEATURES IMPLEMENTED  </vt:lpstr>
      <vt:lpstr> PROBLEM STATEMENT &amp; SOLUTION </vt:lpstr>
      <vt:lpstr>PowerPoint Presentation</vt:lpstr>
      <vt:lpstr>USER INTERFACE </vt:lpstr>
      <vt:lpstr>DATA FLOW DIAGRAM </vt:lpstr>
      <vt:lpstr>PROJECT SUMMARY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gloria cherono</dc:creator>
  <cp:lastModifiedBy>gloria cherono</cp:lastModifiedBy>
  <cp:revision>6</cp:revision>
  <dcterms:created xsi:type="dcterms:W3CDTF">2025-11-18T10:34:19Z</dcterms:created>
  <dcterms:modified xsi:type="dcterms:W3CDTF">2025-11-19T06:54:03Z</dcterms:modified>
</cp:coreProperties>
</file>